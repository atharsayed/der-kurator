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0C234-85D6-4D9E-A965-EFFE7F23AB0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E78C2-7684-4FEF-A0CB-5CE2EFB25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03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E78C2-7684-4FEF-A0CB-5CE2EFB251F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18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02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51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2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02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45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7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04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7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7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33B33-2686-4120-9050-095A345B7BA0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36BA6-66D9-40B5-8302-C1F507C415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88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57754" y="535602"/>
            <a:ext cx="8276492" cy="2281597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The Porsche 911 GT2 RS</a:t>
            </a:r>
            <a:endParaRPr lang="ru-RU" sz="4000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26" b="27426"/>
          <a:stretch/>
        </p:blipFill>
        <p:spPr>
          <a:xfrm>
            <a:off x="3343832" y="2727573"/>
            <a:ext cx="5504336" cy="30961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3400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651" y="1016699"/>
            <a:ext cx="3859681" cy="482460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5662246" y="2274838"/>
            <a:ext cx="54629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>
                <a:solidFill>
                  <a:schemeClr val="bg1"/>
                </a:solidFill>
              </a:rPr>
              <a:t>The Porsche engineers knew exactly what their objective was: to make the new 911 GT2 RS the most powerful Porsche for the road.</a:t>
            </a:r>
          </a:p>
          <a:p>
            <a:pPr fontAlgn="base"/>
            <a:endParaRPr lang="en-US" sz="2400" dirty="0">
              <a:solidFill>
                <a:schemeClr val="bg1"/>
              </a:solidFill>
            </a:endParaRPr>
          </a:p>
          <a:p>
            <a:pPr fontAlgn="base"/>
            <a:r>
              <a:rPr lang="en-US" sz="2400" dirty="0">
                <a:solidFill>
                  <a:schemeClr val="bg1"/>
                </a:solidFill>
              </a:rPr>
              <a:t>Objective achieved.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0230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1261533" y="2069306"/>
            <a:ext cx="4834467" cy="27193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6460066" y="2419165"/>
            <a:ext cx="52324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water-cooled six-cylinder bi-turbo Boxer engine with four-valve technology, variable turbine geometry (VTG) and </a:t>
            </a:r>
            <a:r>
              <a:rPr lang="en-US" sz="1600" dirty="0" err="1">
                <a:solidFill>
                  <a:schemeClr val="bg1"/>
                </a:solidFill>
              </a:rPr>
              <a:t>VarioCam</a:t>
            </a:r>
            <a:r>
              <a:rPr lang="en-US" sz="1600" dirty="0">
                <a:solidFill>
                  <a:schemeClr val="bg1"/>
                </a:solidFill>
              </a:rPr>
              <a:t> Plus delivers its power through the rear axle. From a displacement of 3,600 cm3, it generates an enormous 456 kW (620 </a:t>
            </a:r>
            <a:r>
              <a:rPr lang="en-US" sz="1600" dirty="0" err="1">
                <a:solidFill>
                  <a:schemeClr val="bg1"/>
                </a:solidFill>
              </a:rPr>
              <a:t>hp</a:t>
            </a:r>
            <a:r>
              <a:rPr lang="en-US" sz="1600" dirty="0">
                <a:solidFill>
                  <a:schemeClr val="bg1"/>
                </a:solidFill>
              </a:rPr>
              <a:t>) at an engine speed of 6,500 rpm. The maximum torque of 700 Nm is available from 2,250 rpm. From 0 to 100 km/h (62 mph) takes just 3.5 seconds.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552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26" b="27426"/>
          <a:stretch/>
        </p:blipFill>
        <p:spPr>
          <a:xfrm>
            <a:off x="1472197" y="616197"/>
            <a:ext cx="4471403" cy="25151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26" b="27426"/>
          <a:stretch/>
        </p:blipFill>
        <p:spPr>
          <a:xfrm>
            <a:off x="6273800" y="3697852"/>
            <a:ext cx="4529667" cy="2547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/>
          <p:cNvSpPr txBox="1"/>
          <p:nvPr/>
        </p:nvSpPr>
        <p:spPr>
          <a:xfrm>
            <a:off x="6362699" y="1135115"/>
            <a:ext cx="5245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200 km/h (124 mph) only 9.8 seconds, and to 300 km/h (186 mph) just 28.9 seconds. Maximum boost pressure is not reached until a speed of 330 km/h (205 mph). The weight-to-power ratio that is essential for this kind of performance is just 2.21 kg/hp.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472197" y="4411134"/>
            <a:ext cx="44714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consistent supply of oil to the engine – even at high cornering speeds – is achieved using a dry sump lubrication system with a separate engine oil reservoir. The oil is cooled by an oil-water heat exchanger.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128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6" b="14687"/>
          <a:stretch/>
        </p:blipFill>
        <p:spPr>
          <a:xfrm>
            <a:off x="0" y="-16934"/>
            <a:ext cx="6096000" cy="68749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24132" y="2459504"/>
            <a:ext cx="52916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Carbon elements have been used wherever possible including the front lid, spoiler lip, and rear wing, even the </a:t>
            </a:r>
            <a:r>
              <a:rPr lang="en-US" sz="2400" dirty="0" err="1">
                <a:solidFill>
                  <a:schemeClr val="bg1"/>
                </a:solidFill>
              </a:rPr>
              <a:t>mudflaps</a:t>
            </a:r>
            <a:r>
              <a:rPr lang="en-US" sz="2400" dirty="0">
                <a:solidFill>
                  <a:schemeClr val="bg1"/>
                </a:solidFill>
              </a:rPr>
              <a:t> are available in carbon as an option.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42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/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33" b="21333"/>
          <a:stretch/>
        </p:blipFill>
        <p:spPr>
          <a:xfrm>
            <a:off x="1750907" y="497999"/>
            <a:ext cx="3931920" cy="3931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5" b="21865"/>
          <a:stretch/>
        </p:blipFill>
        <p:spPr>
          <a:xfrm>
            <a:off x="6504094" y="497999"/>
            <a:ext cx="3931920" cy="3931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/>
          <p:cNvSpPr txBox="1"/>
          <p:nvPr/>
        </p:nvSpPr>
        <p:spPr>
          <a:xfrm>
            <a:off x="2324100" y="5037667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These not only save weight but their distinctive matte black finish allows the 911 GT2 RS to be easily recognized when compared to the 911 GT1.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0141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264</Words>
  <Application>Microsoft Office PowerPoint</Application>
  <PresentationFormat>Широкоэкранный</PresentationFormat>
  <Paragraphs>10</Paragraphs>
  <Slides>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The Porsche 911 GT2 RS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Porsche 911 GT2 RS</dc:title>
  <dc:creator>tataevinal@gmail.com</dc:creator>
  <cp:lastModifiedBy>Microsoft Office User</cp:lastModifiedBy>
  <cp:revision>14</cp:revision>
  <dcterms:created xsi:type="dcterms:W3CDTF">2023-12-20T10:28:39Z</dcterms:created>
  <dcterms:modified xsi:type="dcterms:W3CDTF">2024-02-06T07:13:41Z</dcterms:modified>
</cp:coreProperties>
</file>